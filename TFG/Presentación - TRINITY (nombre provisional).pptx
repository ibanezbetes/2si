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orizon" charset="1" panose="02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822584" cy="10287000"/>
            <a:chOff x="0" y="0"/>
            <a:chExt cx="881425" cy="2372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1425" cy="2372013"/>
            </a:xfrm>
            <a:custGeom>
              <a:avLst/>
              <a:gdLst/>
              <a:ahLst/>
              <a:cxnLst/>
              <a:rect r="r" b="b" t="t" l="l"/>
              <a:pathLst>
                <a:path h="2372013" w="881425">
                  <a:moveTo>
                    <a:pt x="0" y="0"/>
                  </a:moveTo>
                  <a:lnTo>
                    <a:pt x="881425" y="0"/>
                  </a:lnTo>
                  <a:lnTo>
                    <a:pt x="881425" y="2372013"/>
                  </a:lnTo>
                  <a:lnTo>
                    <a:pt x="0" y="2372013"/>
                  </a:lnTo>
                  <a:close/>
                </a:path>
              </a:pathLst>
            </a:custGeom>
            <a:solidFill>
              <a:srgbClr val="9574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1425" cy="24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92803" y="0"/>
            <a:ext cx="15095197" cy="10287000"/>
            <a:chOff x="0" y="0"/>
            <a:chExt cx="848187" cy="578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8187" cy="578018"/>
            </a:xfrm>
            <a:custGeom>
              <a:avLst/>
              <a:gdLst/>
              <a:ahLst/>
              <a:cxnLst/>
              <a:rect r="r" b="b" t="t" l="l"/>
              <a:pathLst>
                <a:path h="578018" w="848187">
                  <a:moveTo>
                    <a:pt x="0" y="0"/>
                  </a:moveTo>
                  <a:lnTo>
                    <a:pt x="848187" y="0"/>
                  </a:lnTo>
                  <a:lnTo>
                    <a:pt x="848187" y="578018"/>
                  </a:lnTo>
                  <a:lnTo>
                    <a:pt x="0" y="578018"/>
                  </a:lnTo>
                  <a:close/>
                </a:path>
              </a:pathLst>
            </a:custGeom>
            <a:solidFill>
              <a:srgbClr val="B697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48187" cy="616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0855" y="2944005"/>
            <a:ext cx="3769653" cy="37696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44706" y="3382497"/>
            <a:ext cx="4664165" cy="2892670"/>
          </a:xfrm>
          <a:custGeom>
            <a:avLst/>
            <a:gdLst/>
            <a:ahLst/>
            <a:cxnLst/>
            <a:rect r="r" b="b" t="t" l="l"/>
            <a:pathLst>
              <a:path h="2892670" w="4664165">
                <a:moveTo>
                  <a:pt x="0" y="0"/>
                </a:moveTo>
                <a:lnTo>
                  <a:pt x="4664164" y="0"/>
                </a:lnTo>
                <a:lnTo>
                  <a:pt x="4664164" y="2892670"/>
                </a:lnTo>
                <a:lnTo>
                  <a:pt x="0" y="289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4" r="0" b="-129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282393" y="6561000"/>
            <a:ext cx="1184666" cy="1705787"/>
          </a:xfrm>
          <a:custGeom>
            <a:avLst/>
            <a:gdLst/>
            <a:ahLst/>
            <a:cxnLst/>
            <a:rect r="r" b="b" t="t" l="l"/>
            <a:pathLst>
              <a:path h="1705787" w="1184666">
                <a:moveTo>
                  <a:pt x="0" y="0"/>
                </a:moveTo>
                <a:lnTo>
                  <a:pt x="1184667" y="0"/>
                </a:lnTo>
                <a:lnTo>
                  <a:pt x="1184667" y="1705788"/>
                </a:lnTo>
                <a:lnTo>
                  <a:pt x="0" y="17057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-15598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409933" y="3382497"/>
            <a:ext cx="18722030" cy="4708312"/>
            <a:chOff x="0" y="0"/>
            <a:chExt cx="24962707" cy="627774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4992651"/>
              <a:ext cx="24962707" cy="1285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17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24962707" cy="3852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29"/>
                </a:lnSpc>
              </a:pPr>
              <a:r>
                <a:rPr lang="en-US" sz="18845" spc="-1903">
                  <a:solidFill>
                    <a:srgbClr val="E3CCFF"/>
                  </a:solidFill>
                  <a:latin typeface="Horizon"/>
                  <a:ea typeface="Horizon"/>
                  <a:cs typeface="Horizon"/>
                  <a:sym typeface="Horizon"/>
                </a:rPr>
                <a:t>TRINITY 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516811" y="6836472"/>
            <a:ext cx="1254378" cy="1254378"/>
          </a:xfrm>
          <a:custGeom>
            <a:avLst/>
            <a:gdLst/>
            <a:ahLst/>
            <a:cxnLst/>
            <a:rect r="r" b="b" t="t" l="l"/>
            <a:pathLst>
              <a:path h="1254378" w="1254378">
                <a:moveTo>
                  <a:pt x="0" y="0"/>
                </a:moveTo>
                <a:lnTo>
                  <a:pt x="1254378" y="0"/>
                </a:lnTo>
                <a:lnTo>
                  <a:pt x="1254378" y="1254377"/>
                </a:lnTo>
                <a:lnTo>
                  <a:pt x="0" y="1254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11002" y="5501462"/>
            <a:ext cx="12058799" cy="61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sz="3286" strike="sngStrike" spc="2628">
                <a:solidFill>
                  <a:srgbClr val="E3CCFF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  <a:r>
              <a:rPr lang="en-US" sz="3286" strike="sngStrike" spc="2628">
                <a:solidFill>
                  <a:srgbClr val="E3CCFF"/>
                </a:solidFill>
                <a:latin typeface="Horizon"/>
                <a:ea typeface="Horizon"/>
                <a:cs typeface="Horizon"/>
                <a:sym typeface="Horizon"/>
              </a:rPr>
              <a:t>¿QUÉ  VEMOS  HOY?</a:t>
            </a:r>
          </a:p>
        </p:txBody>
      </p:sp>
    </p:spTree>
  </p:cSld>
  <p:clrMapOvr>
    <a:masterClrMapping/>
  </p:clrMapOvr>
  <p:transition spd="fast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334" y="4304007"/>
            <a:ext cx="8629650" cy="5982993"/>
            <a:chOff x="0" y="0"/>
            <a:chExt cx="1950378" cy="13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378" cy="1352210"/>
            </a:xfrm>
            <a:custGeom>
              <a:avLst/>
              <a:gdLst/>
              <a:ahLst/>
              <a:cxnLst/>
              <a:rect r="r" b="b" t="t" l="l"/>
              <a:pathLst>
                <a:path h="1352210" w="1950378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D2B2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57749"/>
            <a:ext cx="18288000" cy="10344749"/>
            <a:chOff x="0" y="0"/>
            <a:chExt cx="4133252" cy="2338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29491" y="205039"/>
            <a:ext cx="1858509" cy="3365658"/>
          </a:xfrm>
          <a:custGeom>
            <a:avLst/>
            <a:gdLst/>
            <a:ahLst/>
            <a:cxnLst/>
            <a:rect r="r" b="b" t="t" l="l"/>
            <a:pathLst>
              <a:path h="3365658" w="1858509">
                <a:moveTo>
                  <a:pt x="0" y="0"/>
                </a:moveTo>
                <a:lnTo>
                  <a:pt x="1858509" y="0"/>
                </a:lnTo>
                <a:lnTo>
                  <a:pt x="1858509" y="3365658"/>
                </a:lnTo>
                <a:lnTo>
                  <a:pt x="0" y="336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4334" y="5114625"/>
            <a:ext cx="6356958" cy="4551084"/>
          </a:xfrm>
          <a:custGeom>
            <a:avLst/>
            <a:gdLst/>
            <a:ahLst/>
            <a:cxnLst/>
            <a:rect r="r" b="b" t="t" l="l"/>
            <a:pathLst>
              <a:path h="4551084" w="6356958">
                <a:moveTo>
                  <a:pt x="0" y="0"/>
                </a:moveTo>
                <a:lnTo>
                  <a:pt x="6356959" y="0"/>
                </a:lnTo>
                <a:lnTo>
                  <a:pt x="6356959" y="4551085"/>
                </a:lnTo>
                <a:lnTo>
                  <a:pt x="0" y="4551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862" r="0" b="-13817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2463015" y="2211176"/>
            <a:ext cx="8540155" cy="80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Sobrecarga de opciones</a:t>
            </a:r>
          </a:p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indecisión en grupos al decidir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0183" y="879029"/>
            <a:ext cx="12111071" cy="13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49"/>
              </a:lnSpc>
            </a:pPr>
            <a:r>
              <a:rPr lang="en-US" sz="9128" spc="-711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2603" y="3678454"/>
            <a:ext cx="8994336" cy="147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19"/>
              </a:lnSpc>
              <a:spcBef>
                <a:spcPct val="0"/>
              </a:spcBef>
            </a:pPr>
            <a:r>
              <a:rPr lang="en-US" sz="90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+</a:t>
            </a:r>
            <a:r>
              <a:rPr lang="en-US" sz="90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42.000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23597" y="8405166"/>
            <a:ext cx="3135148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SPOILERS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ACCIDENTALES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20739" y="4871584"/>
            <a:ext cx="614041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0"/>
              </a:lnSpc>
              <a:spcBef>
                <a:spcPct val="0"/>
              </a:spcBef>
            </a:pPr>
            <a:r>
              <a:rPr lang="en-US" sz="18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títulos  en  las  principales plataformas de streaming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10632" y="5521349"/>
            <a:ext cx="3012379" cy="147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19"/>
              </a:lnSpc>
              <a:spcBef>
                <a:spcPct val="0"/>
              </a:spcBef>
            </a:pPr>
            <a:r>
              <a:rPr lang="en-US" sz="90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+20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54893" y="6714479"/>
            <a:ext cx="657428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80"/>
              </a:lnSpc>
              <a:spcBef>
                <a:spcPct val="0"/>
              </a:spcBef>
            </a:pPr>
            <a:r>
              <a:rPr lang="en-US" sz="18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haciendo zapping eligiendo            qué ver en plataformas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14862" y="6008367"/>
            <a:ext cx="4673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40"/>
              </a:lnSpc>
              <a:spcBef>
                <a:spcPct val="0"/>
              </a:spcBef>
            </a:pPr>
            <a:r>
              <a:rPr lang="en-US" sz="5116">
                <a:solidFill>
                  <a:srgbClr val="0F0C16"/>
                </a:solidFill>
                <a:latin typeface="Horizon"/>
                <a:ea typeface="Horizon"/>
                <a:cs typeface="Horizon"/>
                <a:sym typeface="Horizon"/>
              </a:rPr>
              <a:t>h/mes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3338" y="8219429"/>
            <a:ext cx="2832502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PÉR</a:t>
            </a:r>
            <a:r>
              <a:rPr lang="en-US" sz="2100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DIDA ENORME DE TIEMPO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05718" y="8387386"/>
            <a:ext cx="3029862" cy="79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d</a:t>
            </a:r>
            <a:r>
              <a:rPr lang="en-US" sz="2199">
                <a:solidFill>
                  <a:srgbClr val="B697DF"/>
                </a:solidFill>
                <a:latin typeface="Horizon"/>
                <a:ea typeface="Horizon"/>
                <a:cs typeface="Horizon"/>
                <a:sym typeface="Horizon"/>
              </a:rPr>
              <a:t>iscusiones absurdas</a:t>
            </a:r>
          </a:p>
        </p:txBody>
      </p:sp>
    </p:spTree>
  </p:cSld>
  <p:clrMapOvr>
    <a:masterClrMapping/>
  </p:clrMapOvr>
  <p:transition spd="fast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7749"/>
            <a:ext cx="18288000" cy="10344749"/>
            <a:chOff x="0" y="0"/>
            <a:chExt cx="4133252" cy="23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9603" y="3892193"/>
            <a:ext cx="4958182" cy="9095147"/>
            <a:chOff x="0" y="0"/>
            <a:chExt cx="764194" cy="14018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194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4194">
                  <a:moveTo>
                    <a:pt x="62458" y="0"/>
                  </a:moveTo>
                  <a:lnTo>
                    <a:pt x="701736" y="0"/>
                  </a:lnTo>
                  <a:cubicBezTo>
                    <a:pt x="718301" y="0"/>
                    <a:pt x="734187" y="6580"/>
                    <a:pt x="745900" y="18293"/>
                  </a:cubicBezTo>
                  <a:cubicBezTo>
                    <a:pt x="757613" y="30007"/>
                    <a:pt x="764194" y="45893"/>
                    <a:pt x="764194" y="62458"/>
                  </a:cubicBezTo>
                  <a:lnTo>
                    <a:pt x="764194" y="1339357"/>
                  </a:lnTo>
                  <a:cubicBezTo>
                    <a:pt x="764194" y="1373852"/>
                    <a:pt x="736230" y="1401815"/>
                    <a:pt x="701736" y="1401815"/>
                  </a:cubicBezTo>
                  <a:lnTo>
                    <a:pt x="62458" y="1401815"/>
                  </a:lnTo>
                  <a:cubicBezTo>
                    <a:pt x="27963" y="1401815"/>
                    <a:pt x="0" y="1373852"/>
                    <a:pt x="0" y="1339357"/>
                  </a:cubicBezTo>
                  <a:lnTo>
                    <a:pt x="0" y="62458"/>
                  </a:lnTo>
                  <a:cubicBezTo>
                    <a:pt x="0" y="27963"/>
                    <a:pt x="27963" y="0"/>
                    <a:pt x="62458" y="0"/>
                  </a:cubicBezTo>
                  <a:close/>
                </a:path>
              </a:pathLst>
            </a:custGeom>
            <a:blipFill>
              <a:blip r:embed="rId2"/>
              <a:stretch>
                <a:fillRect l="-11107" t="0" r="-1110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39673" y="240462"/>
            <a:ext cx="951639" cy="3298829"/>
          </a:xfrm>
          <a:custGeom>
            <a:avLst/>
            <a:gdLst/>
            <a:ahLst/>
            <a:cxnLst/>
            <a:rect r="r" b="b" t="t" l="l"/>
            <a:pathLst>
              <a:path h="3298829" w="951639">
                <a:moveTo>
                  <a:pt x="0" y="0"/>
                </a:moveTo>
                <a:lnTo>
                  <a:pt x="951639" y="0"/>
                </a:lnTo>
                <a:lnTo>
                  <a:pt x="951639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1" t="-144" r="-47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72096" y="181213"/>
            <a:ext cx="1791377" cy="3358077"/>
          </a:xfrm>
          <a:custGeom>
            <a:avLst/>
            <a:gdLst/>
            <a:ahLst/>
            <a:cxnLst/>
            <a:rect r="r" b="b" t="t" l="l"/>
            <a:pathLst>
              <a:path h="3358077" w="1791377">
                <a:moveTo>
                  <a:pt x="0" y="0"/>
                </a:moveTo>
                <a:lnTo>
                  <a:pt x="1791377" y="0"/>
                </a:lnTo>
                <a:lnTo>
                  <a:pt x="1791377" y="3358077"/>
                </a:lnTo>
                <a:lnTo>
                  <a:pt x="0" y="3358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79" t="0" r="-197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38937" y="205039"/>
            <a:ext cx="1849063" cy="3348552"/>
          </a:xfrm>
          <a:custGeom>
            <a:avLst/>
            <a:gdLst/>
            <a:ahLst/>
            <a:cxnLst/>
            <a:rect r="r" b="b" t="t" l="l"/>
            <a:pathLst>
              <a:path h="3348552" w="1849063">
                <a:moveTo>
                  <a:pt x="0" y="0"/>
                </a:moveTo>
                <a:lnTo>
                  <a:pt x="1849063" y="0"/>
                </a:lnTo>
                <a:lnTo>
                  <a:pt x="1849063" y="3348552"/>
                </a:lnTo>
                <a:lnTo>
                  <a:pt x="0" y="3348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42579" y="4550591"/>
            <a:ext cx="4117986" cy="43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CONECTIVIDAD</a:t>
            </a: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INTERFAZ INTUITIVA</a:t>
            </a: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SENCILLEZ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3015" y="2211176"/>
            <a:ext cx="8540155" cy="80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APLICACIÓN MÓVIL QUE AGILIZA LA ELECCIÓN DE QUÉ VER ACOMPAÑADO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183" y="879029"/>
            <a:ext cx="12111071" cy="13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49"/>
              </a:lnSpc>
            </a:pPr>
            <a:r>
              <a:rPr lang="en-US" sz="9128" spc="-711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SOLUCIÓN</a:t>
            </a: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7749"/>
            <a:ext cx="18288000" cy="10344749"/>
            <a:chOff x="0" y="0"/>
            <a:chExt cx="4133252" cy="23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4093" y="4403425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08792" y="6177933"/>
            <a:ext cx="4117986" cy="30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swipes</a:t>
            </a: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NOTIFICACIONES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13274" y="4675849"/>
            <a:ext cx="4117986" cy="30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CARTELERA</a:t>
            </a:r>
          </a:p>
          <a:p>
            <a:pPr algn="ctr">
              <a:lnSpc>
                <a:spcPts val="3465"/>
              </a:lnSpc>
            </a:pPr>
          </a:p>
          <a:p>
            <a:pPr algn="ctr">
              <a:lnSpc>
                <a:spcPts val="3465"/>
              </a:lnSpc>
            </a:pPr>
          </a:p>
          <a:p>
            <a:pPr algn="ctr">
              <a:lnSpc>
                <a:spcPts val="3465"/>
              </a:lnSpc>
            </a:pPr>
          </a:p>
          <a:p>
            <a:pPr algn="ctr">
              <a:lnSpc>
                <a:spcPts val="3465"/>
              </a:lnSpc>
            </a:pPr>
          </a:p>
          <a:p>
            <a:pPr algn="ctr">
              <a:lnSpc>
                <a:spcPts val="3465"/>
              </a:lnSpc>
            </a:pPr>
          </a:p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sz="2475">
                <a:solidFill>
                  <a:srgbClr val="9574CE"/>
                </a:solidFill>
                <a:latin typeface="Horizon"/>
                <a:ea typeface="Horizon"/>
                <a:cs typeface="Horizon"/>
                <a:sym typeface="Horizon"/>
              </a:rPr>
              <a:t>FILTROS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39673" y="240462"/>
            <a:ext cx="951639" cy="3298829"/>
          </a:xfrm>
          <a:custGeom>
            <a:avLst/>
            <a:gdLst/>
            <a:ahLst/>
            <a:cxnLst/>
            <a:rect r="r" b="b" t="t" l="l"/>
            <a:pathLst>
              <a:path h="3298829" w="951639">
                <a:moveTo>
                  <a:pt x="0" y="0"/>
                </a:moveTo>
                <a:lnTo>
                  <a:pt x="951639" y="0"/>
                </a:lnTo>
                <a:lnTo>
                  <a:pt x="951639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1" t="-144" r="-47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72096" y="181213"/>
            <a:ext cx="1791377" cy="3358077"/>
          </a:xfrm>
          <a:custGeom>
            <a:avLst/>
            <a:gdLst/>
            <a:ahLst/>
            <a:cxnLst/>
            <a:rect r="r" b="b" t="t" l="l"/>
            <a:pathLst>
              <a:path h="3358077" w="1791377">
                <a:moveTo>
                  <a:pt x="0" y="0"/>
                </a:moveTo>
                <a:lnTo>
                  <a:pt x="1791377" y="0"/>
                </a:lnTo>
                <a:lnTo>
                  <a:pt x="1791377" y="3358077"/>
                </a:lnTo>
                <a:lnTo>
                  <a:pt x="0" y="3358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79" t="0" r="-197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38937" y="205039"/>
            <a:ext cx="1849063" cy="3348552"/>
          </a:xfrm>
          <a:custGeom>
            <a:avLst/>
            <a:gdLst/>
            <a:ahLst/>
            <a:cxnLst/>
            <a:rect r="r" b="b" t="t" l="l"/>
            <a:pathLst>
              <a:path h="3348552" w="1849063">
                <a:moveTo>
                  <a:pt x="0" y="0"/>
                </a:moveTo>
                <a:lnTo>
                  <a:pt x="1849063" y="0"/>
                </a:lnTo>
                <a:lnTo>
                  <a:pt x="1849063" y="3348552"/>
                </a:lnTo>
                <a:lnTo>
                  <a:pt x="0" y="3348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63015" y="2211176"/>
            <a:ext cx="8540155" cy="41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FUNCIONALIDADES DE TRINITY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183" y="1133475"/>
            <a:ext cx="12111071" cy="107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60"/>
              </a:lnSpc>
            </a:pPr>
            <a:r>
              <a:rPr lang="en-US" sz="7028" spc="-548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¿CÓMO FUNCIONA?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44749"/>
            <a:chOff x="0" y="0"/>
            <a:chExt cx="4133252" cy="23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9673" y="240462"/>
            <a:ext cx="951639" cy="3298829"/>
          </a:xfrm>
          <a:custGeom>
            <a:avLst/>
            <a:gdLst/>
            <a:ahLst/>
            <a:cxnLst/>
            <a:rect r="r" b="b" t="t" l="l"/>
            <a:pathLst>
              <a:path h="3298829" w="951639">
                <a:moveTo>
                  <a:pt x="0" y="0"/>
                </a:moveTo>
                <a:lnTo>
                  <a:pt x="951639" y="0"/>
                </a:lnTo>
                <a:lnTo>
                  <a:pt x="951639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" t="-144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2096" y="240462"/>
            <a:ext cx="1791377" cy="3298829"/>
          </a:xfrm>
          <a:custGeom>
            <a:avLst/>
            <a:gdLst/>
            <a:ahLst/>
            <a:cxnLst/>
            <a:rect r="r" b="b" t="t" l="l"/>
            <a:pathLst>
              <a:path h="3298829" w="1791377">
                <a:moveTo>
                  <a:pt x="0" y="0"/>
                </a:moveTo>
                <a:lnTo>
                  <a:pt x="1791377" y="0"/>
                </a:lnTo>
                <a:lnTo>
                  <a:pt x="1791377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9" t="-1796" r="-197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38937" y="205039"/>
            <a:ext cx="1849063" cy="3348552"/>
          </a:xfrm>
          <a:custGeom>
            <a:avLst/>
            <a:gdLst/>
            <a:ahLst/>
            <a:cxnLst/>
            <a:rect r="r" b="b" t="t" l="l"/>
            <a:pathLst>
              <a:path h="3348552" w="1849063">
                <a:moveTo>
                  <a:pt x="0" y="0"/>
                </a:moveTo>
                <a:lnTo>
                  <a:pt x="1849063" y="0"/>
                </a:lnTo>
                <a:lnTo>
                  <a:pt x="1849063" y="3348552"/>
                </a:lnTo>
                <a:lnTo>
                  <a:pt x="0" y="334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25817" y="6216694"/>
            <a:ext cx="5299631" cy="859120"/>
          </a:xfrm>
          <a:custGeom>
            <a:avLst/>
            <a:gdLst/>
            <a:ahLst/>
            <a:cxnLst/>
            <a:rect r="r" b="b" t="t" l="l"/>
            <a:pathLst>
              <a:path h="859120" w="5299631">
                <a:moveTo>
                  <a:pt x="0" y="0"/>
                </a:moveTo>
                <a:lnTo>
                  <a:pt x="5299631" y="0"/>
                </a:lnTo>
                <a:lnTo>
                  <a:pt x="5299631" y="859120"/>
                </a:lnTo>
                <a:lnTo>
                  <a:pt x="0" y="859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472181" y="7386549"/>
            <a:ext cx="1519352" cy="1413728"/>
          </a:xfrm>
          <a:custGeom>
            <a:avLst/>
            <a:gdLst/>
            <a:ahLst/>
            <a:cxnLst/>
            <a:rect r="r" b="b" t="t" l="l"/>
            <a:pathLst>
              <a:path h="1413728" w="1519352">
                <a:moveTo>
                  <a:pt x="0" y="0"/>
                </a:moveTo>
                <a:lnTo>
                  <a:pt x="1519351" y="0"/>
                </a:lnTo>
                <a:lnTo>
                  <a:pt x="1519351" y="1413729"/>
                </a:lnTo>
                <a:lnTo>
                  <a:pt x="0" y="1413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26736" y="7772644"/>
            <a:ext cx="1281550" cy="1848266"/>
          </a:xfrm>
          <a:custGeom>
            <a:avLst/>
            <a:gdLst/>
            <a:ahLst/>
            <a:cxnLst/>
            <a:rect r="r" b="b" t="t" l="l"/>
            <a:pathLst>
              <a:path h="1848266" w="1281550">
                <a:moveTo>
                  <a:pt x="0" y="0"/>
                </a:moveTo>
                <a:lnTo>
                  <a:pt x="1281550" y="0"/>
                </a:lnTo>
                <a:lnTo>
                  <a:pt x="1281550" y="1848267"/>
                </a:lnTo>
                <a:lnTo>
                  <a:pt x="0" y="1848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13211" y="7418386"/>
            <a:ext cx="1475301" cy="793633"/>
          </a:xfrm>
          <a:custGeom>
            <a:avLst/>
            <a:gdLst/>
            <a:ahLst/>
            <a:cxnLst/>
            <a:rect r="r" b="b" t="t" l="l"/>
            <a:pathLst>
              <a:path h="793633" w="1475301">
                <a:moveTo>
                  <a:pt x="0" y="0"/>
                </a:moveTo>
                <a:lnTo>
                  <a:pt x="1475301" y="0"/>
                </a:lnTo>
                <a:lnTo>
                  <a:pt x="1475301" y="793633"/>
                </a:lnTo>
                <a:lnTo>
                  <a:pt x="0" y="7936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88795" y="5611900"/>
            <a:ext cx="2757433" cy="1932145"/>
          </a:xfrm>
          <a:custGeom>
            <a:avLst/>
            <a:gdLst/>
            <a:ahLst/>
            <a:cxnLst/>
            <a:rect r="r" b="b" t="t" l="l"/>
            <a:pathLst>
              <a:path h="1932145" w="2757433">
                <a:moveTo>
                  <a:pt x="0" y="0"/>
                </a:moveTo>
                <a:lnTo>
                  <a:pt x="2757432" y="0"/>
                </a:lnTo>
                <a:lnTo>
                  <a:pt x="2757432" y="1932144"/>
                </a:lnTo>
                <a:lnTo>
                  <a:pt x="0" y="19321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2612" y="4858289"/>
            <a:ext cx="1186593" cy="1211899"/>
          </a:xfrm>
          <a:custGeom>
            <a:avLst/>
            <a:gdLst/>
            <a:ahLst/>
            <a:cxnLst/>
            <a:rect r="r" b="b" t="t" l="l"/>
            <a:pathLst>
              <a:path h="1211899" w="1186593">
                <a:moveTo>
                  <a:pt x="0" y="0"/>
                </a:moveTo>
                <a:lnTo>
                  <a:pt x="1186592" y="0"/>
                </a:lnTo>
                <a:lnTo>
                  <a:pt x="1186592" y="1211899"/>
                </a:lnTo>
                <a:lnTo>
                  <a:pt x="0" y="1211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85731" y="7422848"/>
            <a:ext cx="1256633" cy="1442397"/>
          </a:xfrm>
          <a:custGeom>
            <a:avLst/>
            <a:gdLst/>
            <a:ahLst/>
            <a:cxnLst/>
            <a:rect r="r" b="b" t="t" l="l"/>
            <a:pathLst>
              <a:path h="1442397" w="1256633">
                <a:moveTo>
                  <a:pt x="0" y="0"/>
                </a:moveTo>
                <a:lnTo>
                  <a:pt x="1256633" y="0"/>
                </a:lnTo>
                <a:lnTo>
                  <a:pt x="1256633" y="1442396"/>
                </a:lnTo>
                <a:lnTo>
                  <a:pt x="0" y="14423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78042" y="4852811"/>
            <a:ext cx="1467627" cy="1422928"/>
          </a:xfrm>
          <a:custGeom>
            <a:avLst/>
            <a:gdLst/>
            <a:ahLst/>
            <a:cxnLst/>
            <a:rect r="r" b="b" t="t" l="l"/>
            <a:pathLst>
              <a:path h="1422928" w="1467627">
                <a:moveTo>
                  <a:pt x="0" y="0"/>
                </a:moveTo>
                <a:lnTo>
                  <a:pt x="1467628" y="0"/>
                </a:lnTo>
                <a:lnTo>
                  <a:pt x="1467628" y="1422928"/>
                </a:lnTo>
                <a:lnTo>
                  <a:pt x="0" y="14229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1896" y="6970592"/>
            <a:ext cx="1297855" cy="1241427"/>
          </a:xfrm>
          <a:custGeom>
            <a:avLst/>
            <a:gdLst/>
            <a:ahLst/>
            <a:cxnLst/>
            <a:rect r="r" b="b" t="t" l="l"/>
            <a:pathLst>
              <a:path h="1241427" w="1297855">
                <a:moveTo>
                  <a:pt x="0" y="0"/>
                </a:moveTo>
                <a:lnTo>
                  <a:pt x="1297855" y="0"/>
                </a:lnTo>
                <a:lnTo>
                  <a:pt x="1297855" y="1241427"/>
                </a:lnTo>
                <a:lnTo>
                  <a:pt x="0" y="12414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05975" y="4200841"/>
            <a:ext cx="1416145" cy="2019148"/>
          </a:xfrm>
          <a:custGeom>
            <a:avLst/>
            <a:gdLst/>
            <a:ahLst/>
            <a:cxnLst/>
            <a:rect r="r" b="b" t="t" l="l"/>
            <a:pathLst>
              <a:path h="2019148" w="1416145">
                <a:moveTo>
                  <a:pt x="0" y="0"/>
                </a:moveTo>
                <a:lnTo>
                  <a:pt x="1416145" y="0"/>
                </a:lnTo>
                <a:lnTo>
                  <a:pt x="1416145" y="2019148"/>
                </a:lnTo>
                <a:lnTo>
                  <a:pt x="0" y="20191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634734" y="3778976"/>
            <a:ext cx="1265555" cy="1736569"/>
          </a:xfrm>
          <a:custGeom>
            <a:avLst/>
            <a:gdLst/>
            <a:ahLst/>
            <a:cxnLst/>
            <a:rect r="r" b="b" t="t" l="l"/>
            <a:pathLst>
              <a:path h="1736569" w="1265555">
                <a:moveTo>
                  <a:pt x="0" y="0"/>
                </a:moveTo>
                <a:lnTo>
                  <a:pt x="1265554" y="0"/>
                </a:lnTo>
                <a:lnTo>
                  <a:pt x="1265554" y="1736569"/>
                </a:lnTo>
                <a:lnTo>
                  <a:pt x="0" y="17365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334557" y="4330490"/>
            <a:ext cx="1334423" cy="1664810"/>
          </a:xfrm>
          <a:custGeom>
            <a:avLst/>
            <a:gdLst/>
            <a:ahLst/>
            <a:cxnLst/>
            <a:rect r="r" b="b" t="t" l="l"/>
            <a:pathLst>
              <a:path h="1664810" w="1334423">
                <a:moveTo>
                  <a:pt x="0" y="0"/>
                </a:moveTo>
                <a:lnTo>
                  <a:pt x="1334423" y="0"/>
                </a:lnTo>
                <a:lnTo>
                  <a:pt x="1334423" y="1664810"/>
                </a:lnTo>
                <a:lnTo>
                  <a:pt x="0" y="166481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465024" y="4368036"/>
            <a:ext cx="1526509" cy="1589718"/>
          </a:xfrm>
          <a:custGeom>
            <a:avLst/>
            <a:gdLst/>
            <a:ahLst/>
            <a:cxnLst/>
            <a:rect r="r" b="b" t="t" l="l"/>
            <a:pathLst>
              <a:path h="1589718" w="1526509">
                <a:moveTo>
                  <a:pt x="0" y="0"/>
                </a:moveTo>
                <a:lnTo>
                  <a:pt x="1526508" y="0"/>
                </a:lnTo>
                <a:lnTo>
                  <a:pt x="1526508" y="1589718"/>
                </a:lnTo>
                <a:lnTo>
                  <a:pt x="0" y="158971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969154" y="7332989"/>
            <a:ext cx="2065229" cy="1622115"/>
          </a:xfrm>
          <a:custGeom>
            <a:avLst/>
            <a:gdLst/>
            <a:ahLst/>
            <a:cxnLst/>
            <a:rect r="r" b="b" t="t" l="l"/>
            <a:pathLst>
              <a:path h="1622115" w="2065229">
                <a:moveTo>
                  <a:pt x="0" y="0"/>
                </a:moveTo>
                <a:lnTo>
                  <a:pt x="2065229" y="0"/>
                </a:lnTo>
                <a:lnTo>
                  <a:pt x="2065229" y="1622115"/>
                </a:lnTo>
                <a:lnTo>
                  <a:pt x="0" y="16221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63015" y="2211176"/>
            <a:ext cx="8540155" cy="80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APLICACIÓN MÓVIL QUE AGILIZA LA ELECCIÓN DE QUÉ VER ACOMPAÑADO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183" y="879029"/>
            <a:ext cx="12111071" cy="13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49"/>
              </a:lnSpc>
            </a:pPr>
            <a:r>
              <a:rPr lang="en-US" sz="9128" spc="-711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STACK TECN.</a:t>
            </a:r>
          </a:p>
        </p:txBody>
      </p:sp>
      <p:sp>
        <p:nvSpPr>
          <p:cNvPr name="AutoShape 24" id="24"/>
          <p:cNvSpPr/>
          <p:nvPr/>
        </p:nvSpPr>
        <p:spPr>
          <a:xfrm flipH="true">
            <a:off x="8697244" y="4869615"/>
            <a:ext cx="0" cy="3553278"/>
          </a:xfrm>
          <a:prstGeom prst="line">
            <a:avLst/>
          </a:prstGeom>
          <a:ln cap="flat" w="38100">
            <a:solidFill>
              <a:srgbClr val="B697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7749"/>
            <a:ext cx="18288000" cy="10344749"/>
            <a:chOff x="0" y="0"/>
            <a:chExt cx="4133252" cy="23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39673" y="240462"/>
            <a:ext cx="951639" cy="3298829"/>
          </a:xfrm>
          <a:custGeom>
            <a:avLst/>
            <a:gdLst/>
            <a:ahLst/>
            <a:cxnLst/>
            <a:rect r="r" b="b" t="t" l="l"/>
            <a:pathLst>
              <a:path h="3298829" w="951639">
                <a:moveTo>
                  <a:pt x="0" y="0"/>
                </a:moveTo>
                <a:lnTo>
                  <a:pt x="951639" y="0"/>
                </a:lnTo>
                <a:lnTo>
                  <a:pt x="951639" y="3298828"/>
                </a:lnTo>
                <a:lnTo>
                  <a:pt x="0" y="3298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1" t="-144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2096" y="181213"/>
            <a:ext cx="1791377" cy="3358077"/>
          </a:xfrm>
          <a:custGeom>
            <a:avLst/>
            <a:gdLst/>
            <a:ahLst/>
            <a:cxnLst/>
            <a:rect r="r" b="b" t="t" l="l"/>
            <a:pathLst>
              <a:path h="3358077" w="1791377">
                <a:moveTo>
                  <a:pt x="0" y="0"/>
                </a:moveTo>
                <a:lnTo>
                  <a:pt x="1791377" y="0"/>
                </a:lnTo>
                <a:lnTo>
                  <a:pt x="1791377" y="3358077"/>
                </a:lnTo>
                <a:lnTo>
                  <a:pt x="0" y="3358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9" t="0" r="-197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38937" y="205039"/>
            <a:ext cx="1849063" cy="3348552"/>
          </a:xfrm>
          <a:custGeom>
            <a:avLst/>
            <a:gdLst/>
            <a:ahLst/>
            <a:cxnLst/>
            <a:rect r="r" b="b" t="t" l="l"/>
            <a:pathLst>
              <a:path h="3348552" w="1849063">
                <a:moveTo>
                  <a:pt x="0" y="0"/>
                </a:moveTo>
                <a:lnTo>
                  <a:pt x="1849063" y="0"/>
                </a:lnTo>
                <a:lnTo>
                  <a:pt x="1849063" y="3348552"/>
                </a:lnTo>
                <a:lnTo>
                  <a:pt x="0" y="334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71190" y="3539290"/>
            <a:ext cx="3622455" cy="4820898"/>
          </a:xfrm>
          <a:custGeom>
            <a:avLst/>
            <a:gdLst/>
            <a:ahLst/>
            <a:cxnLst/>
            <a:rect r="r" b="b" t="t" l="l"/>
            <a:pathLst>
              <a:path h="4820898" w="3622455">
                <a:moveTo>
                  <a:pt x="0" y="0"/>
                </a:moveTo>
                <a:lnTo>
                  <a:pt x="3622455" y="0"/>
                </a:lnTo>
                <a:lnTo>
                  <a:pt x="3622455" y="4820898"/>
                </a:lnTo>
                <a:lnTo>
                  <a:pt x="0" y="4820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5331" t="-25159" r="-120911" b="-4317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93645" y="5059198"/>
            <a:ext cx="1996323" cy="2829052"/>
          </a:xfrm>
          <a:custGeom>
            <a:avLst/>
            <a:gdLst/>
            <a:ahLst/>
            <a:cxnLst/>
            <a:rect r="r" b="b" t="t" l="l"/>
            <a:pathLst>
              <a:path h="2829052" w="1996323">
                <a:moveTo>
                  <a:pt x="0" y="0"/>
                </a:moveTo>
                <a:lnTo>
                  <a:pt x="1996323" y="0"/>
                </a:lnTo>
                <a:lnTo>
                  <a:pt x="1996323" y="2829052"/>
                </a:lnTo>
                <a:lnTo>
                  <a:pt x="0" y="2829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5857" t="-29427" r="-34865" b="-448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48440" y="4283510"/>
            <a:ext cx="2823903" cy="3847631"/>
          </a:xfrm>
          <a:custGeom>
            <a:avLst/>
            <a:gdLst/>
            <a:ahLst/>
            <a:cxnLst/>
            <a:rect r="r" b="b" t="t" l="l"/>
            <a:pathLst>
              <a:path h="3847631" w="2823903">
                <a:moveTo>
                  <a:pt x="0" y="0"/>
                </a:moveTo>
                <a:lnTo>
                  <a:pt x="2823903" y="0"/>
                </a:lnTo>
                <a:lnTo>
                  <a:pt x="2823903" y="3847631"/>
                </a:lnTo>
                <a:lnTo>
                  <a:pt x="0" y="3847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662" t="-28944" r="-232774" b="-4534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63015" y="2211176"/>
            <a:ext cx="8540155" cy="80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MERCADO, CLIENTES Y PÚBLICO OBJETIVO DE TRINITY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0183" y="879029"/>
            <a:ext cx="12111071" cy="139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49"/>
              </a:lnSpc>
            </a:pPr>
            <a:r>
              <a:rPr lang="en-US" sz="9128" spc="-711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MERCADO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7749"/>
            <a:ext cx="18288000" cy="10344749"/>
            <a:chOff x="0" y="0"/>
            <a:chExt cx="4133252" cy="2338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33252" cy="2338006"/>
            </a:xfrm>
            <a:custGeom>
              <a:avLst/>
              <a:gdLst/>
              <a:ahLst/>
              <a:cxnLst/>
              <a:rect r="r" b="b" t="t" l="l"/>
              <a:pathLst>
                <a:path h="2338006" w="4133252">
                  <a:moveTo>
                    <a:pt x="0" y="0"/>
                  </a:moveTo>
                  <a:lnTo>
                    <a:pt x="4133252" y="0"/>
                  </a:lnTo>
                  <a:lnTo>
                    <a:pt x="4133252" y="2338006"/>
                  </a:lnTo>
                  <a:lnTo>
                    <a:pt x="0" y="2338006"/>
                  </a:lnTo>
                  <a:close/>
                </a:path>
              </a:pathLst>
            </a:custGeom>
            <a:solidFill>
              <a:srgbClr val="E3CC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33252" cy="2376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4253" y="3960517"/>
            <a:ext cx="12179494" cy="1390673"/>
            <a:chOff x="0" y="0"/>
            <a:chExt cx="3380539" cy="3859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80539" cy="385995"/>
            </a:xfrm>
            <a:custGeom>
              <a:avLst/>
              <a:gdLst/>
              <a:ahLst/>
              <a:cxnLst/>
              <a:rect r="r" b="b" t="t" l="l"/>
              <a:pathLst>
                <a:path h="385995" w="3380539">
                  <a:moveTo>
                    <a:pt x="25426" y="0"/>
                  </a:moveTo>
                  <a:lnTo>
                    <a:pt x="3355113" y="0"/>
                  </a:lnTo>
                  <a:cubicBezTo>
                    <a:pt x="3369156" y="0"/>
                    <a:pt x="3380539" y="11384"/>
                    <a:pt x="3380539" y="25426"/>
                  </a:cubicBezTo>
                  <a:lnTo>
                    <a:pt x="3380539" y="360569"/>
                  </a:lnTo>
                  <a:cubicBezTo>
                    <a:pt x="3380539" y="367312"/>
                    <a:pt x="3377860" y="373780"/>
                    <a:pt x="3373092" y="378548"/>
                  </a:cubicBezTo>
                  <a:cubicBezTo>
                    <a:pt x="3368324" y="383316"/>
                    <a:pt x="3361857" y="385995"/>
                    <a:pt x="3355113" y="385995"/>
                  </a:cubicBezTo>
                  <a:lnTo>
                    <a:pt x="25426" y="385995"/>
                  </a:lnTo>
                  <a:cubicBezTo>
                    <a:pt x="11384" y="385995"/>
                    <a:pt x="0" y="374611"/>
                    <a:pt x="0" y="360569"/>
                  </a:cubicBezTo>
                  <a:lnTo>
                    <a:pt x="0" y="25426"/>
                  </a:lnTo>
                  <a:cubicBezTo>
                    <a:pt x="0" y="11384"/>
                    <a:pt x="11384" y="0"/>
                    <a:pt x="25426" y="0"/>
                  </a:cubicBezTo>
                  <a:close/>
                </a:path>
              </a:pathLst>
            </a:custGeom>
            <a:solidFill>
              <a:srgbClr val="B697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80539" cy="44314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4292950"/>
            <a:ext cx="18288000" cy="61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sz="3299" spc="491">
                <a:solidFill>
                  <a:srgbClr val="E3CCFF"/>
                </a:solidFill>
                <a:latin typeface="Horizon"/>
                <a:ea typeface="Horizon"/>
                <a:cs typeface="Horizon"/>
                <a:sym typeface="Horizon"/>
              </a:rPr>
              <a:t>t</a:t>
            </a:r>
            <a:r>
              <a:rPr lang="en-US" sz="3299" spc="491">
                <a:solidFill>
                  <a:srgbClr val="E3CCFF"/>
                </a:solidFill>
                <a:latin typeface="Horizon"/>
                <a:ea typeface="Horizon"/>
                <a:cs typeface="Horizon"/>
                <a:sym typeface="Horizon"/>
              </a:rPr>
              <a:t>rinity.app.spain@gmail.com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872289"/>
            <a:ext cx="18288000" cy="41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3"/>
              </a:lnSpc>
            </a:pPr>
            <a:r>
              <a:rPr lang="en-US" sz="2331" spc="13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DUDAS Y SUGERENCIAS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506521"/>
            <a:ext cx="18288000" cy="1394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49"/>
              </a:lnSpc>
            </a:pPr>
            <a:r>
              <a:rPr lang="en-US" sz="9128" spc="-711">
                <a:solidFill>
                  <a:srgbClr val="5F498C"/>
                </a:solidFill>
                <a:latin typeface="Horizon"/>
                <a:ea typeface="Horizon"/>
                <a:cs typeface="Horizon"/>
                <a:sym typeface="Horizon"/>
              </a:rPr>
              <a:t>CONTACTO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59174" y="5852215"/>
            <a:ext cx="3769653" cy="37696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B2F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697618" y="6290706"/>
            <a:ext cx="4664165" cy="2892670"/>
          </a:xfrm>
          <a:custGeom>
            <a:avLst/>
            <a:gdLst/>
            <a:ahLst/>
            <a:cxnLst/>
            <a:rect r="r" b="b" t="t" l="l"/>
            <a:pathLst>
              <a:path h="2892670" w="4664165">
                <a:moveTo>
                  <a:pt x="0" y="0"/>
                </a:moveTo>
                <a:lnTo>
                  <a:pt x="4664164" y="0"/>
                </a:lnTo>
                <a:lnTo>
                  <a:pt x="4664164" y="2892670"/>
                </a:lnTo>
                <a:lnTo>
                  <a:pt x="0" y="289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4" r="0" b="-1294"/>
            </a:stretch>
          </a:blipFill>
        </p:spPr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TRINITY (nombre provisional)</dc:description>
  <dc:identifier>DAG0n22ALf8</dc:identifier>
  <dcterms:modified xsi:type="dcterms:W3CDTF">2011-08-01T06:04:30Z</dcterms:modified>
  <cp:revision>1</cp:revision>
  <dc:title>Presentación - TRINITY (nombre provisional)</dc:title>
</cp:coreProperties>
</file>